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>
        <p:scale>
          <a:sx n="93" d="100"/>
          <a:sy n="93" d="100"/>
        </p:scale>
        <p:origin x="1280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BE848-B234-F669-0A91-8264E85A2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D4FCB2-F6EA-EE25-B204-0E2137119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76EF6B-1B8E-A664-CD87-4C6C7A673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90D07-9BE3-194E-9927-DED5B424A702}" type="datetimeFigureOut">
              <a:rPr lang="en-US" smtClean="0"/>
              <a:t>8/10/25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FB5B8-1043-1DE9-B21E-C1A64C7F6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AF8F9-D900-B7E8-4D70-753E74A4D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92875-8823-4249-AF0D-A1D86CCD14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012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CC135-A5BE-0EF8-C220-2CCA4B45B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132D9-CCA2-E12F-E8D7-EF35BB7A4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428D6-AD05-E809-0E8E-868737C97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90D07-9BE3-194E-9927-DED5B424A702}" type="datetimeFigureOut">
              <a:rPr lang="en-US" smtClean="0"/>
              <a:t>8/10/25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32251F-0EF4-739C-4ABF-416B7D389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3EB54B-3B0A-77D0-1186-587DF3E84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92875-8823-4249-AF0D-A1D86CCD14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10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6DCD-3A3B-6930-C265-27ABDD01D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27B053-240F-052A-1E6A-04DE254EE2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21DF2-7887-BF98-8B1D-9A82DC4AA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90D07-9BE3-194E-9927-DED5B424A702}" type="datetimeFigureOut">
              <a:rPr lang="en-US" smtClean="0"/>
              <a:t>8/10/25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81C37-28D4-7062-C128-338190C88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5830C-92C9-2E04-81F8-9B41561C5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92875-8823-4249-AF0D-A1D86CCD14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933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37D3C-B12A-E757-CBF3-9831544D9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1C301-F8BE-C7DC-65F7-7A64982340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431D05-0CB0-303D-7BE1-0BD79C1917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463CCB-7CD1-7C83-5225-C24F9DA71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90D07-9BE3-194E-9927-DED5B424A702}" type="datetimeFigureOut">
              <a:rPr lang="en-US" smtClean="0"/>
              <a:t>8/10/25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AA0B9F-DF42-AC97-7266-35C6286C9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9B7C92-7A47-303E-4B9B-74DDB3844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92875-8823-4249-AF0D-A1D86CCD14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700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E43FC-8FCC-F457-0F9B-C35093359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E31C28-2A23-45F0-B931-21726BAD4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4F8D82-9E89-62B6-9B3A-0D67DB764E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7B5901-29C4-096D-9727-B641BD16EE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DCA48B-F50A-81F2-FA67-8EF4203CDA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0EAFE3-BCCE-1487-36C3-30FA764FA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90D07-9BE3-194E-9927-DED5B424A702}" type="datetimeFigureOut">
              <a:rPr lang="en-US" smtClean="0"/>
              <a:t>8/10/25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965D8E-6B6E-4A39-990F-FFF41DCCD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1E0C4C-FD5C-FB5A-1EFA-067D5A1B4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92875-8823-4249-AF0D-A1D86CCD14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199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18348-5EC5-7B3C-D207-6263500D0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2B94AA-E917-0123-AAAA-FD895683D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90D07-9BE3-194E-9927-DED5B424A702}" type="datetimeFigureOut">
              <a:rPr lang="en-US" smtClean="0"/>
              <a:t>8/10/25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7359B9-3FDD-4A0B-D13C-5C55B4970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F80283-B245-E01A-2DB7-67EFC766E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92875-8823-4249-AF0D-A1D86CCD14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419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28410F-3033-1D04-773F-66564855C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90D07-9BE3-194E-9927-DED5B424A702}" type="datetimeFigureOut">
              <a:rPr lang="en-US" smtClean="0"/>
              <a:t>8/10/25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644DD5-07A9-DDE3-F8E4-057CCCA2A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0A4D8E-1AEC-E247-2373-A3FED7C1E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92875-8823-4249-AF0D-A1D86CCD14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746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70339-4E90-235D-DDE7-E43CB3817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C9710-7CDA-DD6C-99EE-96EB76A18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27AFA3-DDF9-6F8B-941A-8F6995080E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EDC693-D7C6-3FA2-9DA0-C0C4FB5D2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90D07-9BE3-194E-9927-DED5B424A702}" type="datetimeFigureOut">
              <a:rPr lang="en-US" smtClean="0"/>
              <a:t>8/10/25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06CE17-B05D-258B-5A58-2DF31F596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4BD939-85AC-6786-0ADD-73FAD8BCA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92875-8823-4249-AF0D-A1D86CCD14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91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D841E-C1D5-B189-CB0F-CF3BDF998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5555DD-949D-9F9C-F9BB-2E60354D42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AD0102-AC83-F5C3-FD1B-8EB66A2F65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1B24AD-3246-5B42-9E18-DE627D1B1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90D07-9BE3-194E-9927-DED5B424A702}" type="datetimeFigureOut">
              <a:rPr lang="en-US" smtClean="0"/>
              <a:t>8/10/25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8AF612-D0CB-AA21-0B9F-F8E076D75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824A94-5BE1-E900-8CC8-8A7AFDEBF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92875-8823-4249-AF0D-A1D86CCD14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107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5BD6D-D35D-C3EB-E6B8-83751814F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7FB018-AC38-41B7-276A-68D2E158A9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ACFAA9-3870-1DEF-F69C-69D475FDB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90D07-9BE3-194E-9927-DED5B424A702}" type="datetimeFigureOut">
              <a:rPr lang="en-US" smtClean="0"/>
              <a:t>8/10/25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99E1F2-54C5-B3DE-894D-A5841943C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9B925-6D2F-8007-D026-73588EF1C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92875-8823-4249-AF0D-A1D86CCD14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822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67764A-008F-7D66-4458-AED548E0CA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A6EDCA-DFD1-FF79-3551-2EFEDF6D23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7D33A-B26C-D038-F4F6-6D80F4B7A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90D07-9BE3-194E-9927-DED5B424A702}" type="datetimeFigureOut">
              <a:rPr lang="en-US" smtClean="0"/>
              <a:t>8/10/25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9C5DC-1BAA-DD6C-353D-B4BD9BF2F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D0023-9CD4-AEC6-D2A9-40BBE3AD6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92875-8823-4249-AF0D-A1D86CCD14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671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99D97D-47A7-BB48-84F7-BEF407F22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552501-E160-7A2D-F529-946C2CAC3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31F5D-CBA9-DDA9-5165-869C99F00B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690D07-9BE3-194E-9927-DED5B424A702}" type="datetimeFigureOut">
              <a:rPr lang="en-US" smtClean="0"/>
              <a:t>8/10/25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628AC-BBC6-462B-2B2D-A6B1B4DE85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7016B-90C0-6190-D174-DAAB64068D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492875-8823-4249-AF0D-A1D86CCD14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878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89F855-D75A-D87C-13ED-276CA05D8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45" y="-701429"/>
            <a:ext cx="7772400" cy="43680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AF8775-9798-6897-0E1A-51BDB1FEFF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3078" y="3088499"/>
            <a:ext cx="4882686" cy="36620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8D01E69-1B09-0420-9E76-38F94DFD98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7284" y="880603"/>
            <a:ext cx="3961638" cy="5282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115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allery Riconoscimento a studentessa in Fisica di Roma Tor Vergata presso il Senato della Repubblica ">
            <a:extLst>
              <a:ext uri="{FF2B5EF4-FFF2-40B4-BE49-F238E27FC236}">
                <a16:creationId xmlns:a16="http://schemas.microsoft.com/office/drawing/2014/main" id="{145201E5-C526-07FF-D02A-20FB789DA2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5721" y="-74428"/>
            <a:ext cx="7579833" cy="4263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C20ED28-FEBC-6810-B88E-C8D241A5BB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7628" y="3058570"/>
            <a:ext cx="6368904" cy="3572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894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1534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chiara calascibetta</dc:creator>
  <cp:lastModifiedBy>chiara calascibetta</cp:lastModifiedBy>
  <cp:revision>2</cp:revision>
  <dcterms:created xsi:type="dcterms:W3CDTF">2025-07-26T13:37:32Z</dcterms:created>
  <dcterms:modified xsi:type="dcterms:W3CDTF">2025-08-11T17:15:29Z</dcterms:modified>
</cp:coreProperties>
</file>